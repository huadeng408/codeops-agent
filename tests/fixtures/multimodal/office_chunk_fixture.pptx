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mention rollback.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Release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Deploy, verify, observe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743200"/>
          <a:ext cx="3657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685800">
                <a:tc>
                  <a:txBody>
                    <a:bodyPr/>
                    <a:lstStyle/>
                    <a:p>
                      <a:r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Verify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SRE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144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